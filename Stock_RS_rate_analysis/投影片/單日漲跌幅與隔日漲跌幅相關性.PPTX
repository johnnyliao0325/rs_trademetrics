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862D1-72B1-FC4D-B17F-74AD852A0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36A048-87CE-573F-2A4D-2DEDA3054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66F9A-0B5E-95C0-4ACE-C125398A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A4EB6E-FE42-7A19-16F8-EF3AEB15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38B917-C22E-0674-CB5B-3ACBCDF8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84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767BBD-84CE-0748-661B-871A87D8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49D7D9-74B1-1152-A309-963991097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10A5CA-8D02-A758-CD49-D2A0DAFD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EB339D-1B4C-1BBD-500A-7A4DA573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F56EEB-BEFC-0F28-2501-3144ADC0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44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3DAC24-1DA3-A379-5046-06F93365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EF4801-E637-2A0B-C22C-08E27CDD7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675F20-4A2C-9FFA-BA38-C00FD746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1C273B-9791-9CC2-4E70-B35599A9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F91218-4B9E-6289-1CFD-EF32D80E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63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BE1FBF-8650-271C-FC45-46237812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F8CA8F-FF06-CA74-7338-107B6B916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DAE2EF-8DC9-5946-DA7E-B527A1456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F29404-1733-FA53-FD96-3B612DB8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5F60C4-D5D9-6ABB-608C-D89E3F31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8DE4AF-DB3C-BA14-FE25-2E572DDD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31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2B7D6-D067-9A8C-E1E5-F1C98381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D553B7-B058-9E4B-629F-0E30CE585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F4AFBE-5774-A3DE-2CE8-A0D6538EC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61F9FF5-B305-7224-5A95-FF143BEE2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5371DFB-F998-7925-95B2-626242179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963C6A-B9F5-F7F5-0C2A-6851714C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F6C5EA6-4DAC-25AF-48D8-8221CA21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8816262-62EF-876F-FF65-ED5EE268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3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684291-3EB5-9A4B-FCA4-27595170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AD683AF-24AA-473D-BEBB-F1E3899E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A8D0ED-51A3-B1F4-B299-2B974EBB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9493C7-3D27-677D-C5CA-1B2977BF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32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4E79B95-82A2-40CE-642B-25625390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48AC93-0E10-15EB-2A00-ABDF4604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851C88-EBCD-2071-710C-9774248B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67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8CF64-013D-6F69-3434-3742E9F2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A6890D-F03E-8E6F-4477-9F6B5F1B5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B79B54-4B3D-F1E5-E706-9C0AED41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5E32A9-0C1B-C977-74AF-3ED98418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50BA38-F7C9-68E8-32D8-9E009246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50F5D7-CC48-AEA6-CD70-9DAEE6D3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04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E8208E-B84F-EC3B-95B7-C03404D4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AAA8C7-2905-2F11-6F03-28ACCAD3A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7E6945-E29F-1718-09B9-580F69F0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0ED0E0-1A3F-8CD2-A6FF-CDE83F00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694D8A-5DEF-4A8A-2989-D4623C93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317A10-3182-FCCB-F701-B2F62B5C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289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9A81E-5AE1-0E89-7C66-6ACF3A6B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6F0B2D0-54C4-906D-4F83-3CBB9AC01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85D914-6BA0-1857-B882-DF24B286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B3EB77-7A28-D500-1675-6D8B1045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0FB452-970E-D269-62F4-9763AA39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995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DA11D02-C0D9-F65E-F8A2-A10A7694D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678E688-7268-7CC1-3647-313DEDE14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E8C005-1267-F68B-7D93-7F95CFE0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ADEAEF-26E7-9D80-CBD1-82800507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03E514-20A0-F710-41DF-60D62273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86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03690A6-13E8-3535-376F-3CFE01642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121CBF-774D-BF26-FA5D-F0ADC43F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038447-1AD3-AE5F-885C-06CBE5F27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8F2EB-055D-4325-ADA5-95FEC505FF7F}" type="datetimeFigureOut">
              <a:rPr lang="zh-TW" altLang="en-US" smtClean="0"/>
              <a:t>2024/12/3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26B5A-E722-78D5-77F0-9B1049C15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984E6B-3CFD-7F41-ACA9-FDB905B0B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E687F-33EB-467E-AEED-6010739220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43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3CDD105-BF96-0600-8097-11CC8CC01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7600"/>
              </p:ext>
            </p:extLst>
          </p:nvPr>
        </p:nvGraphicFramePr>
        <p:xfrm>
          <a:off x="332508" y="1887971"/>
          <a:ext cx="11748656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  <a:gridCol w="1130741">
                  <a:extLst>
                    <a:ext uri="{9D8B030D-6E8A-4147-A177-3AD203B41FA5}">
                      <a16:colId xmlns:a16="http://schemas.microsoft.com/office/drawing/2014/main" val="91308833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l" fontAlgn="ctr"/>
                      <a:endParaRPr lang="en-US" sz="1100" dirty="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 err="1">
                          <a:effectLst/>
                        </a:rPr>
                        <a:t>avg_ROCP_after_strong_candlestick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>
                          <a:effectLst/>
                        </a:rPr>
                        <a:t>avg_ROCP_after_strong_candlestick_with_highRS_30~40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1~2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386.0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1.453548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0.082100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0.059291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0.054541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0.048408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0.062741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0.041810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0.053003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0.047443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0.011092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2~3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176.5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0.074993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0.032968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-0.000393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0.032318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0.003126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0.004910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-0.003179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0.025111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-0.039016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3~4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91.0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0.044528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-0.024852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-0.028976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-0.082959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-0.136991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-0.076629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-0.068908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-0.104258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-0.084969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-0.091610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4~5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52.0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-0.033757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-0.166619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-0.217344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-0.313239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-0.243094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-0.241341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-0.224212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-0.199149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-0.157952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-0.198406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5~6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31.0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-0.103780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-0.381203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-0.393828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-0.338359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-0.501421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-0.396491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-0.274035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-0.373212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-0.311637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-0.286993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6~7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53.0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-0.199139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1.099910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0.918773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0.981352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1.048365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0.843837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0.960538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0.887144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0.866403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0.626608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7~8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0.967367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-0.508872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0.000000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-0.471696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-0.471751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-0.791556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-0.454541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-0.380232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-0.577462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-0.409540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8~9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-0.170795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-0.459427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-0.848133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-1.028283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-1.218629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-0.588241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-0.949270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-0.617384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-0.607524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-0.684938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9~10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20.0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-0.498619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1.472442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1.340597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0.891773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0.962946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1.227151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1.312756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1.580243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1.466633</a:t>
                      </a:r>
                    </a:p>
                  </a:txBody>
                  <a:tcPr marL="30176" marR="30176" marT="15088" marB="15088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1.314394</a:t>
                      </a:r>
                    </a:p>
                  </a:txBody>
                  <a:tcPr marL="30176" marR="30176" marT="15088" marB="15088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CCB4E6-0329-01D3-6315-9F31EA78D579}"/>
              </a:ext>
            </a:extLst>
          </p:cNvPr>
          <p:cNvSpPr txBox="1"/>
          <p:nvPr/>
        </p:nvSpPr>
        <p:spPr>
          <a:xfrm>
            <a:off x="969818" y="727364"/>
            <a:ext cx="765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zh-TW" altLang="en-US" dirty="0">
                <a:solidFill>
                  <a:srgbClr val="FF0000"/>
                </a:solidFill>
              </a:rPr>
              <a:t>中位數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09863D-326B-FC0E-D0E5-EACCC41D8F57}"/>
              </a:ext>
            </a:extLst>
          </p:cNvPr>
          <p:cNvSpPr/>
          <p:nvPr/>
        </p:nvSpPr>
        <p:spPr>
          <a:xfrm>
            <a:off x="3235036" y="5943600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E04E9A-A4C8-A693-4D6F-C7F20EC2696A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A09F60-E606-2732-0A32-5D11BDB2C4B2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A4E41C-C530-3D95-A8C4-975E593EB2A7}"/>
              </a:ext>
            </a:extLst>
          </p:cNvPr>
          <p:cNvSpPr/>
          <p:nvPr/>
        </p:nvSpPr>
        <p:spPr>
          <a:xfrm>
            <a:off x="5174673" y="4869873"/>
            <a:ext cx="157345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67DF3C-F160-86A3-29CE-099A7D1CB35E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51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B2759-072A-1B44-D96F-14F71361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7E0A75-34C3-2831-1E5C-7EBB8A7D4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22882"/>
              </p:ext>
            </p:extLst>
          </p:nvPr>
        </p:nvGraphicFramePr>
        <p:xfrm>
          <a:off x="318655" y="1887971"/>
          <a:ext cx="11762509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79118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  <a:gridCol w="1130741">
                  <a:extLst>
                    <a:ext uri="{9D8B030D-6E8A-4147-A177-3AD203B41FA5}">
                      <a16:colId xmlns:a16="http://schemas.microsoft.com/office/drawing/2014/main" val="91308833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 err="1">
                          <a:effectLst/>
                        </a:rPr>
                        <a:t>avg_ROCP_after_strong_candlestick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1~2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449.25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2.382672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0.343442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0.322206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0.316954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0.294292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0.333826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0.316337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0.327709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0.358667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0.418119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2~3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218.00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0.173649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0.473806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0.421398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0.480064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0.471334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0.436219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0.462383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0.432291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0.451665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0.466701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3~4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118.00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0.191506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0.633247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0.670258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0.571607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0.573238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0.616236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0.573607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0.535761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0.553169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0.629516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4~5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70.00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0.198568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0.761739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0.764600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0.714285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0.748772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0.705050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0.729654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0.710583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0.673095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0.638928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5~6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44.00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0.214642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0.844651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0.819234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0.953196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0.888405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0.843782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1.066223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0.790625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0.759540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0.813386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6~7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90.00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0.225644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2.437337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2.425336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2.372389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2.434949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2.213675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2.199777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2.058817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1.881688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1.748525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7~8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12.00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1.468911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1.395937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1.769948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1.323252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1.539534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1.010020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1.751835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1.640121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1.346465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1.306465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8~9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0.897602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1.310063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0.753121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1.439755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0.834422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1.417039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1.535550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1.409735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1.532636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1.568380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9~10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39.00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0.912830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3.900524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4.386115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4.315574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4.016105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3.943531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3.758117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3.989254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3.533489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2.759693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57544BD-F54B-9DBD-9214-F674673D985B}"/>
              </a:ext>
            </a:extLst>
          </p:cNvPr>
          <p:cNvSpPr txBox="1"/>
          <p:nvPr/>
        </p:nvSpPr>
        <p:spPr>
          <a:xfrm>
            <a:off x="969818" y="727364"/>
            <a:ext cx="723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en-US" altLang="zh-TW" dirty="0">
                <a:solidFill>
                  <a:srgbClr val="FF0000"/>
                </a:solidFill>
              </a:rPr>
              <a:t>3Q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21ECF9-CBFF-B2ED-02C2-5EF7AB7C450E}"/>
              </a:ext>
            </a:extLst>
          </p:cNvPr>
          <p:cNvSpPr/>
          <p:nvPr/>
        </p:nvSpPr>
        <p:spPr>
          <a:xfrm>
            <a:off x="3235036" y="5943600"/>
            <a:ext cx="3581400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3561FC-DCA4-D37F-5B3D-73218C57E987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31609F-BD12-A242-8AF6-C61079D9B9CB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840EA5-B8BA-E62C-D781-36F872D23C4B}"/>
              </a:ext>
            </a:extLst>
          </p:cNvPr>
          <p:cNvSpPr/>
          <p:nvPr/>
        </p:nvSpPr>
        <p:spPr>
          <a:xfrm>
            <a:off x="5174673" y="4869873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22AF34-BBCD-2941-0696-18D98CF528D3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95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2538-3AE6-03B7-52EA-EB554841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E0C4C52-740F-5A2D-F665-81C57C28D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548089"/>
              </p:ext>
            </p:extLst>
          </p:nvPr>
        </p:nvGraphicFramePr>
        <p:xfrm>
          <a:off x="332508" y="1887971"/>
          <a:ext cx="11748656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  <a:gridCol w="1130741">
                  <a:extLst>
                    <a:ext uri="{9D8B030D-6E8A-4147-A177-3AD203B41FA5}">
                      <a16:colId xmlns:a16="http://schemas.microsoft.com/office/drawing/2014/main" val="913088331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1~2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355.937775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1.322853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0.096001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0.074013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0.070756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0.064035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0.083614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0.043035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0.063041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0.017414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-0.041617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2~3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169.786894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0.070529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0.055821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0.024638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0.056824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0.037143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0.038141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0.057012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0.027600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0.016469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-0.096362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3~4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90.553965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0.028808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0.023202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0.061324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-0.048986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-0.080777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-0.013767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-0.020461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-0.061924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-0.082225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-0.141307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4~5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52.883811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-0.043988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0.005580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-0.089031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-0.184117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-0.146781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-0.130133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-0.109751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-0.154091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-0.117757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-0.183085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5~6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32.528084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-0.105173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-0.226395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-0.149315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-0.185638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-0.317327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-0.212223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-0.083564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-0.216411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-0.219476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-0.292557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6~7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62.553414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-0.176697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1.150144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1.015755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1.038873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1.033144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0.944819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0.960442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0.893264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0.813910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0.448354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7~8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8.459802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0.863651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-0.185755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0.112983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-0.252096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-0.227693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-0.470707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0.124766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-0.082191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-0.282511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1.231801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8~9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5.454295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0.375718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-0.191465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-0.662757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-0.577861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-0.788894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-0.244880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-0.625291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-0.432982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-0.316240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-0.360956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9~10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26.517621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-0.335167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1.620972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1.524097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1.340247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1.476540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1.456321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1.571577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1.801086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1.595343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1.034616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6A8429D-9798-BEDC-E101-067400A88726}"/>
              </a:ext>
            </a:extLst>
          </p:cNvPr>
          <p:cNvSpPr txBox="1"/>
          <p:nvPr/>
        </p:nvSpPr>
        <p:spPr>
          <a:xfrm>
            <a:off x="969818" y="727364"/>
            <a:ext cx="765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zh-TW" altLang="en-US" dirty="0">
                <a:solidFill>
                  <a:srgbClr val="FF0000"/>
                </a:solidFill>
              </a:rPr>
              <a:t>平均值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4A16F-2F9F-36CC-C9E8-79070D17060C}"/>
              </a:ext>
            </a:extLst>
          </p:cNvPr>
          <p:cNvSpPr/>
          <p:nvPr/>
        </p:nvSpPr>
        <p:spPr>
          <a:xfrm>
            <a:off x="3235035" y="5943600"/>
            <a:ext cx="3562713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E74C69-1C6C-5D43-4BB2-F77BD55A4AC2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8E69E3-C3E5-22FD-0F85-4EA2704F4CCB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BB9578-00B6-1793-9183-D3BA78FB5F84}"/>
              </a:ext>
            </a:extLst>
          </p:cNvPr>
          <p:cNvSpPr/>
          <p:nvPr/>
        </p:nvSpPr>
        <p:spPr>
          <a:xfrm>
            <a:off x="5174673" y="4869873"/>
            <a:ext cx="162307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EE97CF-9CB1-306B-7B35-0CF8898E46BD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4D01FB-D179-59A3-85E1-DF40C7ADBD1D}"/>
              </a:ext>
            </a:extLst>
          </p:cNvPr>
          <p:cNvSpPr/>
          <p:nvPr/>
        </p:nvSpPr>
        <p:spPr>
          <a:xfrm>
            <a:off x="10986977" y="5225845"/>
            <a:ext cx="77746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18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79DC-11F8-1A6E-C830-16090B38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CBF7D23-7810-E397-740E-28BBD7672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518459"/>
              </p:ext>
            </p:extLst>
          </p:nvPr>
        </p:nvGraphicFramePr>
        <p:xfrm>
          <a:off x="332508" y="1887971"/>
          <a:ext cx="10617915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avg_ROCP_after_strong_candlestick_with_highRS_30~40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-1~0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768.0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0.041720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0.038357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0.032315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0.032838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0.020625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0.003674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-0.023423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-0.045876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-0.157641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-2~-1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446.0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-0.031176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-0.014350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-0.005529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0.015277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0.027139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0.034172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0.009994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-0.035992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-0.121324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-3~-2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196.0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-0.072160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-0.033498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-0.054755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0.001075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0.036908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0.050754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0.034512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0.026231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-0.056678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-4~-3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96.0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-0.056737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0.001879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0.022654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0.009732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0.048576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0.061008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0.012262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0.078619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-0.018680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-5~-4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49.0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0.081602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0.174455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0.137552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0.247892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0.264441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0.330396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0.137171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0.182683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0.054264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-6~-5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28.0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0.355331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0.286792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0.427506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0.472830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0.307737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0.389611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0.305764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0.317490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0.111393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-7~-6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31.0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-0.490713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-0.614087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-0.551285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-0.294619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-0.272434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-0.247821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-0.064785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-0.238787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-0.404821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-8~-7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0.484820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0.549524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0.504320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0.621687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0.446428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0.642052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0.404864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0.324777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0.462674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-9~-8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0.651494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0.963858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1.287241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0.255746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1.231180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1.025653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0.452484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0.578046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0.423617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3ED7E6A6-EC6D-24FB-B572-A8E26034C3FD}"/>
              </a:ext>
            </a:extLst>
          </p:cNvPr>
          <p:cNvSpPr txBox="1"/>
          <p:nvPr/>
        </p:nvSpPr>
        <p:spPr>
          <a:xfrm>
            <a:off x="969818" y="727364"/>
            <a:ext cx="765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zh-TW" altLang="en-US" dirty="0">
                <a:solidFill>
                  <a:srgbClr val="FF0000"/>
                </a:solidFill>
              </a:rPr>
              <a:t>中位數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DE7A1-97B8-1614-9B4B-EF5B5FCC9BCF}"/>
              </a:ext>
            </a:extLst>
          </p:cNvPr>
          <p:cNvSpPr/>
          <p:nvPr/>
        </p:nvSpPr>
        <p:spPr>
          <a:xfrm>
            <a:off x="3235036" y="5943600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3E4F1B-E1BD-2B1F-ECCF-97DE690753BE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6798D-1B99-27DD-A4DE-E37A74190CD0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E61823-0C21-1A7D-AF9F-9FAD79962E37}"/>
              </a:ext>
            </a:extLst>
          </p:cNvPr>
          <p:cNvSpPr/>
          <p:nvPr/>
        </p:nvSpPr>
        <p:spPr>
          <a:xfrm>
            <a:off x="5174673" y="4869873"/>
            <a:ext cx="157345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8849B9-8D62-D557-C801-ED54F5805C7C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49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9781-B387-BA9C-01F7-037E4F0D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FBF569D-57B7-D735-3F2F-A01ECCD30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749130"/>
              </p:ext>
            </p:extLst>
          </p:nvPr>
        </p:nvGraphicFramePr>
        <p:xfrm>
          <a:off x="332508" y="1887971"/>
          <a:ext cx="10617915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-1~0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965.5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0.185731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0.175228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0.163956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0.154105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0.149658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0.125209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0.127430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0.129498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0.162961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-2~-1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528.0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0.238777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0.236028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0.235277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0.265106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0.253541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0.250507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0.231348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0.204530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0.201834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-3~-2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255.5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0.393770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0.420578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0.420226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0.468299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0.502827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0.477964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0.400249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0.352688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0.332311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-4~-3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132.0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0.683332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0.802782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0.865161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0.841119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0.803396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0.761678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0.691949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0.654796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0.586939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-5~-4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71.0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1.055675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1.290947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1.321843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1.443497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1.358624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1.297917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1.178970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1.025796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0.818036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-6~-5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43.0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1.689430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1.653018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1.885452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1.904294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1.886792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1.742454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1.600730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1.447027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1.175396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-7~-6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56.0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1.041760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0.899976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1.165989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1.351788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1.502032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1.490963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1.494528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1.249980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0.868955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-8~-7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2.956013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2.787459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2.633323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3.443433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2.598741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2.984104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2.637886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2.258465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2.336450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-9~-8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2.863014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3.719012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4.173885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3.902266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4.162304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3.701337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3.030292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2.909748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2.598868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F42A7AD-D604-2AF7-7321-F731F9BBAA51}"/>
              </a:ext>
            </a:extLst>
          </p:cNvPr>
          <p:cNvSpPr txBox="1"/>
          <p:nvPr/>
        </p:nvSpPr>
        <p:spPr>
          <a:xfrm>
            <a:off x="969818" y="727364"/>
            <a:ext cx="723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en-US" altLang="zh-TW" dirty="0">
                <a:solidFill>
                  <a:srgbClr val="FF0000"/>
                </a:solidFill>
              </a:rPr>
              <a:t>3Q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DC996B-1B45-D4AC-3BF7-BF3C850B9F0D}"/>
              </a:ext>
            </a:extLst>
          </p:cNvPr>
          <p:cNvSpPr/>
          <p:nvPr/>
        </p:nvSpPr>
        <p:spPr>
          <a:xfrm>
            <a:off x="3235036" y="5943600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BBF98F-06AA-E74E-E399-301CCFA35CC2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7E9316-36D0-C1E6-96E2-D38C70AE5C94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E48C05-0F31-B994-B58C-A147F2CA9453}"/>
              </a:ext>
            </a:extLst>
          </p:cNvPr>
          <p:cNvSpPr/>
          <p:nvPr/>
        </p:nvSpPr>
        <p:spPr>
          <a:xfrm>
            <a:off x="5174673" y="4869873"/>
            <a:ext cx="157345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C098E7-5543-C893-3E24-1863A284FC46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801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B7A5-7327-2DF8-6A08-725710AD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67322D-E256-34DB-3AEC-1949D405A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35337"/>
              </p:ext>
            </p:extLst>
          </p:nvPr>
        </p:nvGraphicFramePr>
        <p:xfrm>
          <a:off x="332508" y="1887971"/>
          <a:ext cx="10617915" cy="435133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5265">
                  <a:extLst>
                    <a:ext uri="{9D8B030D-6E8A-4147-A177-3AD203B41FA5}">
                      <a16:colId xmlns:a16="http://schemas.microsoft.com/office/drawing/2014/main" val="54499811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00065012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4235922986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713872374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77930697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64990529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168022517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058208633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3372939430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823910701"/>
                    </a:ext>
                  </a:extLst>
                </a:gridCol>
                <a:gridCol w="965265">
                  <a:extLst>
                    <a:ext uri="{9D8B030D-6E8A-4147-A177-3AD203B41FA5}">
                      <a16:colId xmlns:a16="http://schemas.microsoft.com/office/drawing/2014/main" val="2155112720"/>
                    </a:ext>
                  </a:extLst>
                </a:gridCol>
              </a:tblGrid>
              <a:tr h="1007869">
                <a:tc>
                  <a:txBody>
                    <a:bodyPr/>
                    <a:lstStyle/>
                    <a:p>
                      <a:pPr algn="r" fontAlgn="ctr"/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strong_candlestick</a:t>
                      </a:r>
                      <a:endParaRPr lang="en-US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avg_ROCP_after_strong_candlestick_with_highRS_10~20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avg_ROCP_after_strong_candlestick_with_highRS_20~30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avg_ROCP_after_strong_candlestick_with_highRS_30~40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avg_ROCP_after_strong_candlestick_with_highRS_40~50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avg_ROCP_after_strong_candlestick_with_highRS_50~60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avg_ROCP_after_strong_candlestick_with_highRS_60~70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avg_ROCP_after_strong_candlestick_with_highRS_70~80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avg_ROCP_after_strong_candlestick_with_highRS_80~90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dirty="0">
                          <a:effectLst/>
                        </a:rPr>
                        <a:t>avg_ROCP_after_strong_candlestick_with_highRS_90~100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1560521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>
                          <a:effectLst/>
                        </a:rPr>
                        <a:t>ROCP range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TW" altLang="en-US" sz="110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979403"/>
                  </a:ext>
                </a:extLst>
              </a:tr>
              <a:tr h="2474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-1~0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744.858953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0.047048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0.026052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0.033498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0.039105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0.014426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0.009598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-0.020574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-0.060818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-0.168454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2142440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-2~-1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412.569697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-0.004531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-0.010621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-0.003942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0.022259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0.029253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0.033839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0.012897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-0.026026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-0.132052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45342973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-3~-2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193.107438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-0.067529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-0.041482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-0.028149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0.020346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0.056257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0.055488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0.021393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0.023102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-0.083442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60841992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-4~-3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97.674931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-0.094096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-0.009623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0.011374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0.027461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0.081768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0.054465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0.042548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0.081350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0.013547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529696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-5~-4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52.310744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0.052280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0.153444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0.178453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0.217931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0.237264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0.278237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0.184544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0.158352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0.063835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6882780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-6~-5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31.203857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0.288166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0.136753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0.333713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0.359692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0.287723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0.391252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0.276556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0.203450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0.181757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429233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-7~-6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40.624793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-0.453147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-0.684704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-0.538722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-0.484794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-0.342092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-0.287038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-0.191733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-0.133283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-0.273328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07174625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-8~-7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6.846281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0.453242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0.451577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0.360486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0.751220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0.590343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0.871031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0.515835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0.405713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0.296369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0440376"/>
                  </a:ext>
                </a:extLst>
              </a:tr>
              <a:tr h="3560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100" b="0">
                          <a:effectLst/>
                        </a:rPr>
                        <a:t>-9~-8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4.798347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0.406444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0.857789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1.302741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1.013986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1.477981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1.187234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0.726747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>
                          <a:effectLst/>
                        </a:rPr>
                        <a:t>0.660946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100" dirty="0">
                          <a:effectLst/>
                        </a:rPr>
                        <a:t>0.428344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2550070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89BF563-D247-1ACA-77C1-3F3E1F478022}"/>
              </a:ext>
            </a:extLst>
          </p:cNvPr>
          <p:cNvSpPr txBox="1"/>
          <p:nvPr/>
        </p:nvSpPr>
        <p:spPr>
          <a:xfrm>
            <a:off x="969818" y="727364"/>
            <a:ext cx="765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在當日漲跌幅</a:t>
            </a:r>
            <a:r>
              <a:rPr lang="en-US" altLang="zh-TW" dirty="0"/>
              <a:t>ROCP</a:t>
            </a:r>
            <a:r>
              <a:rPr lang="zh-TW" altLang="en-US" dirty="0"/>
              <a:t> </a:t>
            </a:r>
            <a:r>
              <a:rPr lang="en-US" altLang="zh-TW" dirty="0"/>
              <a:t>range</a:t>
            </a:r>
            <a:r>
              <a:rPr lang="zh-TW" altLang="en-US" dirty="0"/>
              <a:t>時，不同</a:t>
            </a:r>
            <a:r>
              <a:rPr lang="en-US" altLang="zh-TW" dirty="0"/>
              <a:t>ERS250rate</a:t>
            </a:r>
            <a:r>
              <a:rPr lang="zh-TW" altLang="en-US" dirty="0"/>
              <a:t>區間股票隔日的漲跌幅</a:t>
            </a:r>
            <a:r>
              <a:rPr lang="zh-TW" altLang="en-US" dirty="0">
                <a:solidFill>
                  <a:srgbClr val="FF0000"/>
                </a:solidFill>
              </a:rPr>
              <a:t>平均值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DBF2BA-0009-6F75-CA19-264F23261D1D}"/>
              </a:ext>
            </a:extLst>
          </p:cNvPr>
          <p:cNvSpPr/>
          <p:nvPr/>
        </p:nvSpPr>
        <p:spPr>
          <a:xfrm>
            <a:off x="3235036" y="5943600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83B854-7684-BD93-1871-044813A7CD7C}"/>
              </a:ext>
            </a:extLst>
          </p:cNvPr>
          <p:cNvSpPr/>
          <p:nvPr/>
        </p:nvSpPr>
        <p:spPr>
          <a:xfrm>
            <a:off x="7128164" y="5943600"/>
            <a:ext cx="455121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12B473-686E-A8D7-391C-604CD4F10F84}"/>
              </a:ext>
            </a:extLst>
          </p:cNvPr>
          <p:cNvSpPr/>
          <p:nvPr/>
        </p:nvSpPr>
        <p:spPr>
          <a:xfrm>
            <a:off x="3235036" y="4869873"/>
            <a:ext cx="1738746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87C30B-3D62-DE38-A328-D6C4E420FAC4}"/>
              </a:ext>
            </a:extLst>
          </p:cNvPr>
          <p:cNvSpPr/>
          <p:nvPr/>
        </p:nvSpPr>
        <p:spPr>
          <a:xfrm>
            <a:off x="5174673" y="4869873"/>
            <a:ext cx="1573457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438A61-FCDA-AD90-EDD4-BF84D7C2EBC6}"/>
              </a:ext>
            </a:extLst>
          </p:cNvPr>
          <p:cNvSpPr/>
          <p:nvPr/>
        </p:nvSpPr>
        <p:spPr>
          <a:xfrm>
            <a:off x="2272145" y="3164177"/>
            <a:ext cx="623455" cy="2147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78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1811</Words>
  <Application>Microsoft Office PowerPoint</Application>
  <PresentationFormat>寬螢幕</PresentationFormat>
  <Paragraphs>696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展碩 廖</dc:creator>
  <cp:lastModifiedBy>展碩 廖</cp:lastModifiedBy>
  <cp:revision>18</cp:revision>
  <dcterms:created xsi:type="dcterms:W3CDTF">2024-12-02T21:23:40Z</dcterms:created>
  <dcterms:modified xsi:type="dcterms:W3CDTF">2024-12-02T21:51:30Z</dcterms:modified>
</cp:coreProperties>
</file>